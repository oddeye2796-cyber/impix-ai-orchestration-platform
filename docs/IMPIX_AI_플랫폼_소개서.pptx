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8FAFC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F8FAFC"/>
                </a:solidFill>
                <a:latin typeface="Malgun Gothic"/>
              </a:rPr>
              <a:t>달성 목표 지표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목표치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OEE 종합효율</c:v>
                  </c:pt>
                  <c:pt idx="1">
                    <c:v>설비 가동률</c:v>
                  </c:pt>
                  <c:pt idx="2">
                    <c:v>화재 감지 정확도</c:v>
                  </c:pt>
                  <c:pt idx="3">
                    <c:v>자연어 응답 정확도</c:v>
                  </c:pt>
                  <c:pt idx="4">
                    <c:v>AI 추천 승인율</c:v>
                  </c:pt>
                  <c:pt idx="5">
                    <c:v>시스템 가동률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95</c:v>
                </c:pt>
                <c:pt idx="2">
                  <c:v>99</c:v>
                </c:pt>
                <c:pt idx="3">
                  <c:v>95</c:v>
                </c:pt>
                <c:pt idx="4">
                  <c:v>90</c:v>
                </c:pt>
                <c:pt idx="5">
                  <c:v>99.9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제품의 다크 테마 팔레트를 그대로 사용해 화면 캡처와 색이 이어지도록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6766560" cy="6766560"/>
          </a:xfrm>
          <a:prstGeom prst="ellipse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274320"/>
            <a:ext cx="4389120" cy="438912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22D3EE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71600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350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IMPIX AI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146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공장을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운영한다면?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6개의 도메인 AI 에이전트와 1개의 슈퍼바이저가 실시간으로 협의하여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설비 · 생산 · 에너지 · 안전 · 물류를 동시에 최적화하는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산업용 AI 오케스트레이션 플랫폼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623560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0B981">
              <a:alpha val="14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56235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日本語 · English · 한국어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881567" y="5669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소개서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 보는 IMPIX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AI 모델을 나열한 대시보드가 아니라, 서로 다른 목표를 가진 에이전트들이 협의하고 사람이 최종 승인하는 의사결정 구조입니다.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예지보전 · 생산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· 안전 · 물류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3684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88004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모듈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88004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카테고리에 걸친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화면 일체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0440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4760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34760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시나리오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공장에서 발생하는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단계별로 재현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07195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81515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381515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신뢰도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81515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합의(Ensemble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Voting) 기반 최종 판단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0976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명제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4873752"/>
            <a:ext cx="10289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“생산을 늘려라”와 “안전을 지켜라”는 늘 충돌합니다. IMPIX AI는 이 충돌을 숨기지 않고 화면에 드러낸 뒤,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가드레일과 에이전트 합의를 거쳐 근거가 남는 하나의 결론으로 좁힙니다.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세 가지 단절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스마트팩토리에 투자했는데도 판단이 빨라지지 않는 이유는 대개 모델의 성능이 아니라 구조에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1170432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35000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203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사일로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569464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품질·설비·에너지·안전 시스템이 각자의 화면에서 각자의 경고를 냅니다. 어떤 경고를 먼저 처리해야 하는지는 아무도 알려주지 않습니다.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74136"/>
            <a:ext cx="11057839" cy="1170432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0976" y="375818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지연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977640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징후를 발견해도 담당자를 찾고 근거를 모으는 데 시간이 흘러갑니다. 설비가 멈춘 뒤에야 회의가 시작됩니다.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782312"/>
            <a:ext cx="11057839" cy="1170432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0976" y="516636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020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블랙박스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5385816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값을 하나 던져주지만 왜 그 값인지 알 수 없습니다. 근거를 설명할 수 없는 제안은 현장에서 채택되지 않습니다.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064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세 가지 모두 “모델을 하나 더 붙이는 일”로는 풀리지 않습니다. 필요한 것은 조율 계층입니다.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6개의 도메인 에이전트, 1개의 슈퍼바이저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에이전트는 자기 도메인의 목표만 봅니다. 서로 부딪히는 지점을 정리하는 일은 슈퍼바이저의 몫입니다.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Agent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· PatchCore 비전 검사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불량률 임계치 5% / 8% 관리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8634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4666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예지보전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8634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Agent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18634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GBR 잔여수명(RUL) 예측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전 사전 워크오더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1701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6021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52053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최적화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96021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Monitor Agent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396021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OEE · 택트타임 · 병목 진단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95% 상시 유지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Agent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 단위 피크 부하 제어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전력 90% 이내 관리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4314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8634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74666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8634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Agent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18634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화재 감지 · AMR 충돌 방지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 정지 전파 100ms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1701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96021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52053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96021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Agent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96021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 배차 · 출하 SLA 관리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러시 오더 대응 조율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882896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50976" y="5029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Supervisor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401568" y="5010912"/>
            <a:ext cx="7765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목표(Active Goal)를 각 에이전트의 하위 과업으로 분해하고, 제안이 충돌하면 정책 가드레일 순서에 따라 중재합니다.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 Safety Layer가 걸리면 생산 목표를 블로킹합니다 — 안전이 생산을 이기는 규칙이 코드에 있습니다.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 승인까지, 하나의 경로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판단은 같은 파이프라인을 지나며, 각 단계가 화면에 그대로 노출됩니다.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86000"/>
            <a:ext cx="365760" cy="3657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27248"/>
            <a:ext cx="14288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스트림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 시계열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07833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55305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3049" y="228600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3049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93049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93049" y="3127248"/>
            <a:ext cx="14288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전용 모델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규칙 평가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96211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43683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81427" y="2286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81427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81427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81427" y="3127248"/>
            <a:ext cx="14288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Supervisor 중재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· 정책 가드레일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4588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32060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69804" y="22860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980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69804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669804" y="3127248"/>
            <a:ext cx="14288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Gate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최종 결정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72966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720438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58182" y="228600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5818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58182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· 기록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958182" y="3127248"/>
            <a:ext cx="14288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명령 반영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 로그 적재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114800"/>
            <a:ext cx="11057839" cy="169164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50976" y="4315968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단계가 이 플랫폼을 다른 대시보드와 구분합니다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50976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조율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50976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에이전트끼리 반대 의견을 내고 근거를 주고받는 과정 자체를 시각화합니다.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02810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승인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02810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2 이상 제어는 사람이 승인해야만 실행됩니다. 자동화의 범위를 사람이 정합니다.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54645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기록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054645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왜 승인했는지 남습니다. 감사와 사후 분석이 가능해집니다.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협의하는 과정을 보여줍니다</a:t>
            </a:r>
            <a:endParaRPr lang="en-US" sz="3000" dirty="0"/>
          </a:p>
        </p:txBody>
      </p:sp>
      <p:pic>
        <p:nvPicPr>
          <p:cNvPr id="4" name="Image 0" descr="/home/user/impix-ai-orchestration-platform/docs/decks/shots/20-orchestrati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166360" cy="4512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5166360" cy="4512105"/>
          </a:xfrm>
          <a:prstGeom prst="roundRect">
            <a:avLst>
              <a:gd name="adj" fmla="val 405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993433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 센터 — 에이전트 간 의사결정 조율 시각화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44768" y="1389888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44768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371600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664208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에이전트가 “패키징 1라인 속도 20% 상향”을 제안합니다.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4768" y="2505456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44768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487168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반박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779776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에이전트가 열접합 스크래치 불량 상승을 근거로 반대합니다.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3621024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602736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895344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에이전트가 냉각 파라미터 미세 조정으로 발열을 억제할 수 있다고 제시합니다.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44768" y="473659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44768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718304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5010912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슈퍼바이저가 “속도 +5% + ESS 120kW 방전 + AMR 완충 버퍼”로 결론을 냅니다.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144768" y="5870448"/>
            <a:ext cx="5479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충돌을 감춘 자동화는 신뢰를 얻지 못합니다.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의견이 보이기 때문에 결론을 받아들일 수 있습니다.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자동화의 한계선을 사람이 정합니다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 2 이상의 제어는 승인 대기 큐에 쌓이고, 승인 전까지 어떤 명령도 설비로 나가지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12264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350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수집과 표시만 합니다. 제어 없음.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04495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826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추천을 카드로 띄웁니다. 실행은 사람이.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977640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941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자율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4215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큐를 거쳐야 실행됩니다.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764024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" y="491032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873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 내 자율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148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범위 안에서만 스스로 실행합니다.</a:t>
            </a:r>
            <a:endParaRPr lang="en-US" sz="1050" dirty="0"/>
          </a:p>
        </p:txBody>
      </p:sp>
      <p:pic>
        <p:nvPicPr>
          <p:cNvPr id="21" name="Image 0" descr="/home/user/impix-ai-orchestration-platform/docs/decks/shots/12-approval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965960"/>
            <a:ext cx="5074920" cy="397721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550408" y="1965960"/>
            <a:ext cx="5074920" cy="3977210"/>
          </a:xfrm>
          <a:prstGeom prst="roundRect">
            <a:avLst>
              <a:gd name="adj" fmla="val 460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50408" y="605289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 — 승인 / 거부 각각에 사유가 남고, 그대로 감사 로그가 됩니다.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57790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승인 처리 시간 10분 이내를 목표로 설계했습니다.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카테고리 · 32개 모듈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모듈이 같은 구조를 따릅니다 — 사용 시나리오 / 내부 로직 / 목표·가드레일 / 산출물.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31288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824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0280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55184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0280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불량률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비전검사 뷰어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유형 분석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온도-불량 상관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이력 검색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4720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4176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설비예지보전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79079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상태 종합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진동/온도 추세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 잔여수명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보전 작업 오더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보전 이력 조회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38615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58071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생산 최적화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58071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라인별 가동 현황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OEE 대시보드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택트타임 분석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배치별 생산 이력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실적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에너지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531288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사용 현황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비용 분석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부하 관리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90824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610280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55184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10280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화재 감시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 충돌 방지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정지·알람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4720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34176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슈퍼바이저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79079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34176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액션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이력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센터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38615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258071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002975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58071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관리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레지스트리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사용자/권한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모니터링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설정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체험 시나리오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시나리오는 4단계로 진행되며, 관람객이 직접 승인 버튼을 눌러 결과를 바꿔볼 수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1284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194560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생산 극대화 &amp; 통합 OEE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극대화 목표 아래 품질·예지보전·에너지·안전·물류 전 에이전트가 실시간으로 협업합니다.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64992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진단 → RUL 예측 → 지휘 타워 → 라이브 조율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2152" y="1938528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6472" y="221284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647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194560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돌발 고장 및 안전 예방 가드레일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16472" y="2743200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미세 가스 감지에서 시작해 공조 제어, 비전 감시, L1 Safety 정책까지 연쇄 대응합니다.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6472" y="3364992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조치 → CCTV 감시 → 안전 우선 정책 → 배기 조율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891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4370832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전력 한계 돌파 억제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919472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한낮 냉방 부하로 계약 전력 초과 30분 전, ESS와 유휴 AMR 배터리까지 동원합니다.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541264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감시 → 부하 정비 → 탄소 정책 → ESS 셰이빙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2152" y="4114800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6472" y="438912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6472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4370832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러시 오더 &amp; 불량 보증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16472" y="4919472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납기와 품질이 정면으로 충돌하는 상황에서 속도 120% 가속과 불량률 제로를 동시에 노립니다.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16472" y="5541264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초가속 모드 → 비전 검사 → SLA 가드 → 스크래치 방어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&amp;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모듈마다 숫자로 된 목표가 붙어 있습니다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“AI를 도입했다”가 아니라 “무엇을 몇까지”가 각 화면에 명시되어 있습니다. 아래는 대표 지표입니다.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62672" y="1965960"/>
            <a:ext cx="3962095" cy="3749040"/>
          </a:xfrm>
          <a:prstGeom prst="roundRect">
            <a:avLst>
              <a:gd name="adj" fmla="val 14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36992" y="2157984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제약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36992" y="285292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 정지 명령 전파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3182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936992" y="3456432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 충돌 센서 처리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4059936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감지 후 알림 전파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시간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466344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사전 예측 리드타임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4992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분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936992" y="526694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프로세스 평균 처리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없이도 굴러가는 부스 데모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관람객이 혼자 들어와도 3초 안에 무엇을 눌러야 할지 알 수 있도록 설계했습니다.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6675120" cy="4087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6675120" cy="4087368"/>
          </a:xfrm>
          <a:prstGeom prst="roundRect">
            <a:avLst>
              <a:gd name="adj" fmla="val 44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71232" y="18928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71232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10144" y="187452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10144" y="2167128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경로 — 시나리오 선택 / 바로 시작 / 관리자 모드. 관람객은 앞의 둘만 씁니다.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71232" y="29352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7123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10144" y="2916936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10144" y="3209544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좌측에 체험 가이드가 붙어 단계·미션·체크리스트를 안내합니다.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71232" y="39776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71232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10144" y="3959352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10144" y="4251960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버튼을 눌러보세요” 수준까지 지시합니다. 안내자가 없어도 진행됩니다.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71232" y="502005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71232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010144" y="5001768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10144" y="5294376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4단계를 마치면 미션 달성 배너가 뜨고 처음으로 돌아갑니다.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571232" y="592531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전시회 이름이 화면에 남지 않습니다.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전시회에서도 그대로 사용할 수 있습니다.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일본어 · 영어 · 한국어, 다크 / 라이트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1,449개 문자열을 카탈로그로 관리합니다. 언어를 바꿔도 진행 중인 투어와 대화 이력은 유지됩니다.</a:t>
            </a:r>
            <a:endParaRPr lang="en-US" sz="1300" dirty="0"/>
          </a:p>
        </p:txBody>
      </p:sp>
      <p:pic>
        <p:nvPicPr>
          <p:cNvPr id="5" name="Image 0" descr="/home/user/impix-ai-orchestration-platform/docs/decks/shots/30-dashboard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5364328" cy="2916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20240"/>
            <a:ext cx="5364328" cy="2916936"/>
          </a:xfrm>
          <a:prstGeom prst="roundRect">
            <a:avLst>
              <a:gd name="adj" fmla="val 62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01184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日本語 · 다크 테마 (기본값)</a:t>
            </a:r>
            <a:endParaRPr lang="en-US" sz="1100" dirty="0"/>
          </a:p>
        </p:txBody>
      </p:sp>
      <p:pic>
        <p:nvPicPr>
          <p:cNvPr id="8" name="Image 1" descr="/home/user/impix-ai-orchestration-platform/docs/decks/shots/31-dashboard-en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40" y="1920240"/>
            <a:ext cx="5364328" cy="2916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0440" y="1920240"/>
            <a:ext cx="5364328" cy="2916936"/>
          </a:xfrm>
          <a:prstGeom prst="roundRect">
            <a:avLst>
              <a:gd name="adj" fmla="val 62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0440" y="4901184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 · 라이트 테마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감지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언어를 읽어 첫 화면부터 맞춥니다.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374794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보존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74794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바꿔도 화면이 다시 로드되지 않습니다.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182661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응답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182661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슈퍼바이저 챗봇도 선택한 언어로 답합니다.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구성과 운영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정적 사이트로 배포되고, AI 키는 브라우저에 실리지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Vite 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v4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 · motion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번들 412 KB (gzip)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5396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33140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데이터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33140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(Supervisor)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· PatchCore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GBR 잔여수명 예측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· TimescaleDB · Neo4j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23864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Cloudflare Worker에 보관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번들에 자격증명 없음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모드 기본 동작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 역할 기반 접근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331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90075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290075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자동 배포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브라우저 검증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해시 대조 확인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1회 상태 점검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617720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0976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모드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074920"/>
            <a:ext cx="102897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없어도 플랫폼 전체가 동작합니다. 챗봇과 추천 엔진은 내장된 공장 시뮬레이션에서 답을 만들고, AI 출력에는 “데모” 배지가 붙습니다.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네트워크가 끊긴 전시장에서도 시연이 멈추지 않습니다. 실제 모델 연결이 필요하면 Worker 프록시를 켜기만 하면 됩니다.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7315200" cy="73152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보여주는 대시보드가 아니라,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결론을 내는 플랫폼입니다.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에이전트끼리 반대하고 조율하는 과정을 그대로 보여줍니다.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4794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49114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49114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제어는 사람 손을 거쳐야만 나갑니다.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2661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56981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56981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판단이 이력으로 남아 사후에 검증됩니다.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120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IMPIX AI ORCHESTRATION PLATFORM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315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日本語 · English · 한국어  |  다크 / 라이트 테마  |  데모 모드 지원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IMPIX AI Orchestration Platform · 플랫폼 소개서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IMPIX AI Orchestration Platform 소개서</dc:title>
  <dc:subject>PptxGenJS Presentation</dc:subject>
  <dc:creator>IMPIX AI</dc:creator>
  <cp:lastModifiedBy>IMPIX AI</cp:lastModifiedBy>
  <cp:revision>1</cp:revision>
  <dcterms:created xsi:type="dcterms:W3CDTF">2026-09-05T12:29:48Z</dcterms:created>
  <dcterms:modified xsi:type="dcterms:W3CDTF">2026-09-05T12:29:48Z</dcterms:modified>
</cp:coreProperties>
</file>